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PTX-TITLE-d0e1f2g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PTX-BODY-h4i5j6k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PPTX-SLIDE2-l8m9n0o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