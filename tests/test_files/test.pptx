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PPTX-TITLE-d0e1f2g3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PPTX-BODY-h4i5j6k7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PPTX-SLIDE2-l8m9n0o1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